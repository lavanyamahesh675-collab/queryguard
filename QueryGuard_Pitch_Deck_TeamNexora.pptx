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NATIONAL HACKATHON MVP — GRAND FINALE (BENGALURU)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QueryGuard: Relational TCP Wire Proxy &amp; N+1 Interceptor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Drop-in zero-SDK database reliability interceptor detecting ORM bottlenecks in real-time.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389120"/>
            <a:ext cx="1051560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57200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NEXORA (Developer Tools Track)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49377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Challa Lavanya (Leader)  •  Amrutha Varshini Reddy  •  Navadeep Chennapatnam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53949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 https://github.com/lavanyamahesh675-collab/queryguard  |  Live Prototype: https://queryguard-hackathon.loca.lt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/ 10  | 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Invisible Crisis of ORM N+1 Query Explosions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9184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ORM ABSTRACTION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Hidden SQL Loops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Prisma, TypeORM, Django, and Hibernate abstract SQL behind object graphs, frequently executing child queries inside loops.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29184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SERIAL RTT EXHAUSTION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 Queries / Request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01752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Retrieving 1 parent record triggers 50 serial roundtrips. Instead of 1 query, database handles 51 separate TCP packets.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1828800"/>
            <a:ext cx="329184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CATASTROPHIC DEADLOCKS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Exhaustion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0" y="301752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connection pools freeze, app servers crash, and cloud infrastructure compute bills explode exponentially.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/ 10  |  THE LATENCY PARADOX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Local Testing Masks Production Disasters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DEVELOPMENT (0.2ms Loopback RTT)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Queries * 0.2ms = 10ms (Appears Fast!)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Developers test code on loopback (localhost), where network latency is near zero. The severe bottleneck is completely masked during local development.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2011680"/>
            <a:ext cx="51206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PRODUCTION (15ms-30ms RTT)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Queries * 15ms = 750ms - 1500ms (Catastrophic!)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347472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deployed to staging/production cloud topologies, latency multiplies by 50x. Application threads block, causing connection pool deadlocks under real traffic.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/ 10  |  QUERYGUARD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Solution: Drop-In TCP Wire Proxy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918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ZERO-SDK PROXY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5433 -&gt; 5432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Simply change database port from 5432 to 5433. No application code changes or heavy SDKs required.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2918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SNIFFER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Protocol 3.0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Inspects binary TCP frames for 'Q' (0x51 Simple Query) and 'P' (0x70 Parse Extended Query) packets.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2011680"/>
            <a:ext cx="32918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FINGERPRINTING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Fingerprints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Normalizes literals, strings, and UUIDs to canonical fingerprints (WHERE post_id = 42 -&gt; WHERE post_id = ?).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/ 10  |  ALGORITHMIC CORRECTION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Deep-Dive: 80ms Sliding Window Evaluator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SLIDING TEMPORAL WINDOW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Groups incoming queries by connection socket within rolling 80ms temporal windows.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N+1 EXPLOSION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count &gt;= 4 identical query fingerprints within 80ms, flags an N+1 Query Explosion.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LATENCY WASTED FORMULA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4846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TimeWastedMs = (BurstCount - 1) * NetworkLatency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120640" cy="4114800"/>
          </a:xfrm>
          <a:prstGeom prst="rect">
            <a:avLst/>
          </a:prstGeom>
          <a:solidFill>
            <a:srgbClr val="02061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 TELEMETRY FRAME (PORT 4000)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"q_1711928340123_abc",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"rawSql": "SELECT * FROM comments WHERE post_id = 12;",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"fingerprint": "SELECT * FROM comments WHERE post_id = ?;",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"isNPlusOne": true,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"burstCount": 14,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"timeWastedMs": 49.4,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"detectedORM": "Prisma / TypeORM"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/ 10  |  DESKTOP TELEMETRY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Widescreen Telemetry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918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GANTT WATERFALL TIMELINE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Streaming Gantt Rows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Horizontal Gantt duration bars with highlighted crimson N+1 explosion warning indicators.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2918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POOL HEATMAP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100-Slot DB Pool Map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visualization of connection pool states (Active, Idle, Burst Warning, Deadlocked).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2011680"/>
            <a:ext cx="32918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SQL SANDBOX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Refactoring Lab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SQL statements live and generate automated Prisma &amp; TypeORM eager JOIN batch fixes.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/ 10  |  MOBILE DIAGNOSTICS (/mobile)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Diagnostic Companion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918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TOUCH OPTIMIZED APP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Smartphone Shell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/mobile endpoint formatted for smartphone touchscreens.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2918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HEALTH SHIELD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Radial Score Gauge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Calculates real-time database efficiency score based on active burst ratios.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2011680"/>
            <a:ext cx="32918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ACCORDION DRAWERS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One-Tap Refactors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Touch to expand copyable code snippets for Prisma, TypeORM, and raw SQL batch JOINs.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/ 10  |  ACTIONABLE REFACTORS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ORM Code Refactoring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120640" cy="3931920"/>
          </a:xfrm>
          <a:prstGeom prst="rect">
            <a:avLst/>
          </a:prstGeom>
          <a:solidFill>
            <a:srgbClr val="1A050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N+1 SERIAL LOOP (14 DB CALLS)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posts = await prisma.post.findMany();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post of posts)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comments = await prisma.comment.findMany({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where: { postId: post.id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5120640" cy="3931920"/>
          </a:xfrm>
          <a:prstGeom prst="rect">
            <a:avLst/>
          </a:prstGeom>
          <a:solidFill>
            <a:srgbClr val="021A1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EAGER BATCH JOIN (1 DB CALL)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7432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postsWithComments = await prisma.post.findMany({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comments: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/ 10  |  SYSTEM RELIABILITY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Benchmarks &amp; Offline Resilience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918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DEPENDENCIES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Pure Node.js Core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native net, crypto, and ws modules. Zero proxy overhead.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2918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MOCK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Standalone Demo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 returns simulated ready packets if no live DB is running on 5432.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2011680"/>
            <a:ext cx="329184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STRESS BENCHMARK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High-QPS Simulator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0" y="3200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 load testing and measures QPS throughput directly from browser controls.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/ 10  |  GRAND FINALE READY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TeamNexora &amp; QueryGuard Win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Real Systems Depth: TCP wire-level packet sniffing vs standard web wrappers.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Dual Widescreen + Mobile UX: Widescreen desktop dashboard + touch-optimized mobile app.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Zero-Setup Demo: Built-in 1-tap simulation trigger buttons in the header navbar.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12064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NEXORA SUBMISSION LINKS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Challa Lavanya (Leader)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Amrutha Varshini Reddy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Navadeep Chennapatnam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3474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Repository: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https://github.com/lavanyamahesh675-collab/queryguard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4389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Prototype URL: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https://queryguard-hackathon.loca.lt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2026-10-04T09:26:45Z</dcterms:created>
  <dcterms:modified xsi:type="dcterms:W3CDTF">2026-10-04T09:26:45Z</dcterms:modified>
</cp:coreProperties>
</file>